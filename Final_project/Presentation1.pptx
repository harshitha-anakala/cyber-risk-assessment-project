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3FA3F-35B3-49C7-B1EE-F61FBE7C2CB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A7BC7-A394-420F-9D74-0696AB1C9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85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42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52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3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9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51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3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0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2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52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59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60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33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35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73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49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098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2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DB221D-B854-44BD-AA0E-7BAA2197547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4B3C012-359F-42D4-BDB1-199B00D55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4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5CBC-B83B-ED79-2C63-5BB02EA341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B0BCE-3B5F-C8FD-F835-0929BDAD5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1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134964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Overview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198093"/>
            <a:ext cx="2463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Introduction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61492" y="2682379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 security scanner that identifies open ports, maps vulnerabilities, analyzes threats, and generates risk scores with actionable remediation recommendations.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332934" y="2198093"/>
            <a:ext cx="24445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332935" y="2682379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Three-tier architecture with data collection, analysis engine, and visualization dashboard for complete security assessment.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661492" y="4161333"/>
            <a:ext cx="3504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Stack and Modules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661492" y="4645620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Python backend, PostgreSQL database, and React frontend. Includes port scanner, CVE matcher, threat analyzer, and reporting engine.</a:t>
            </a:r>
            <a:endParaRPr lang="en-US" sz="1458" dirty="0"/>
          </a:p>
        </p:txBody>
      </p:sp>
      <p:sp>
        <p:nvSpPr>
          <p:cNvPr id="9" name="Text 7"/>
          <p:cNvSpPr/>
          <p:nvPr/>
        </p:nvSpPr>
        <p:spPr>
          <a:xfrm>
            <a:off x="6332935" y="4161333"/>
            <a:ext cx="36276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Working Process and Features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332935" y="4645620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scanning workflow from host discovery through vulnerability mapping to risk scoring and recommendation generation.</a:t>
            </a:r>
            <a:endParaRPr lang="en-US" sz="145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897767-ED49-3101-2F82-DA8DCA03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37640-4AFD-00D8-0A1C-90870752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B5DB38-DFA2-08DA-16CB-A9F9220F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3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EC3545-9752-8039-541D-4A517884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7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3E7F2A-FD4C-8088-6B18-C8267C92E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5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48A897-197D-A65B-DB23-FD2EE93A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8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775693"/>
            <a:ext cx="623460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67"/>
              </a:lnSpc>
            </a:pPr>
            <a:r>
              <a:rPr lang="en-US" sz="3333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and Security Insights</a:t>
            </a:r>
            <a:endParaRPr lang="en-US" sz="3333" dirty="0"/>
          </a:p>
        </p:txBody>
      </p:sp>
      <p:sp>
        <p:nvSpPr>
          <p:cNvPr id="3" name="Shape 1"/>
          <p:cNvSpPr/>
          <p:nvPr/>
        </p:nvSpPr>
        <p:spPr>
          <a:xfrm>
            <a:off x="661492" y="1613495"/>
            <a:ext cx="3520877" cy="2287092"/>
          </a:xfrm>
          <a:prstGeom prst="roundRect">
            <a:avLst>
              <a:gd name="adj" fmla="val 3998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2" y="1613495"/>
            <a:ext cx="76200" cy="2287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753" y="1802607"/>
            <a:ext cx="23675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 Ports Identified</a:t>
            </a:r>
            <a:endParaRPr lang="en-US" sz="1667" dirty="0"/>
          </a:p>
        </p:txBody>
      </p:sp>
      <p:sp>
        <p:nvSpPr>
          <p:cNvPr id="6" name="Text 3"/>
          <p:cNvSpPr/>
          <p:nvPr/>
        </p:nvSpPr>
        <p:spPr>
          <a:xfrm>
            <a:off x="907753" y="2160092"/>
            <a:ext cx="3085505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333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inventory of all detected open ports, including associated services, versions, and exposure levels. This helps identify potential entry points and assess network visibility.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4335463" y="1613495"/>
            <a:ext cx="3520976" cy="2287092"/>
          </a:xfrm>
          <a:prstGeom prst="roundRect">
            <a:avLst>
              <a:gd name="adj" fmla="val 3998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13" y="1613495"/>
            <a:ext cx="76200" cy="2287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723" y="1802607"/>
            <a:ext cx="261411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Vulnerabilities Detected</a:t>
            </a:r>
            <a:endParaRPr lang="en-US" sz="1667" dirty="0"/>
          </a:p>
        </p:txBody>
      </p:sp>
      <p:sp>
        <p:nvSpPr>
          <p:cNvPr id="10" name="Text 6"/>
          <p:cNvSpPr/>
          <p:nvPr/>
        </p:nvSpPr>
        <p:spPr>
          <a:xfrm>
            <a:off x="4581724" y="2160092"/>
            <a:ext cx="3085604" cy="1034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333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Mapped CVEs and known weaknesses categorized by severity. Enables prioritization of remediation efforts based on risk level and exploitability.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8009533" y="1613495"/>
            <a:ext cx="3520976" cy="2287092"/>
          </a:xfrm>
          <a:prstGeom prst="roundRect">
            <a:avLst>
              <a:gd name="adj" fmla="val 3998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483" y="1613495"/>
            <a:ext cx="76200" cy="22870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5795" y="1802607"/>
            <a:ext cx="296158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Threat Analysis Completed</a:t>
            </a:r>
            <a:endParaRPr lang="en-US" sz="1667" dirty="0"/>
          </a:p>
        </p:txBody>
      </p:sp>
      <p:sp>
        <p:nvSpPr>
          <p:cNvPr id="14" name="Text 9"/>
          <p:cNvSpPr/>
          <p:nvPr/>
        </p:nvSpPr>
        <p:spPr>
          <a:xfrm>
            <a:off x="8255795" y="2160092"/>
            <a:ext cx="3085604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333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 analysis of potential threats using reputation data, malware indicators, and attack pattern correlations to understand attacker behavior and overall threat landscape.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661492" y="4053682"/>
            <a:ext cx="3520877" cy="2028528"/>
          </a:xfrm>
          <a:prstGeom prst="roundRect">
            <a:avLst>
              <a:gd name="adj" fmla="val 4508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42" y="4053682"/>
            <a:ext cx="76200" cy="20285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7753" y="4242793"/>
            <a:ext cx="233680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Score Generated</a:t>
            </a:r>
            <a:endParaRPr lang="en-US" sz="1667" dirty="0"/>
          </a:p>
        </p:txBody>
      </p:sp>
      <p:sp>
        <p:nvSpPr>
          <p:cNvPr id="18" name="Text 12"/>
          <p:cNvSpPr/>
          <p:nvPr/>
        </p:nvSpPr>
        <p:spPr>
          <a:xfrm>
            <a:off x="907753" y="4600278"/>
            <a:ext cx="3085505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333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normalized risk score (0–100) with confidence levels and tier classification. Provides a clear, quantifiable view of the system's security posture for decision-making.</a:t>
            </a:r>
            <a:endParaRPr lang="en-US" sz="1333" dirty="0"/>
          </a:p>
        </p:txBody>
      </p:sp>
      <p:sp>
        <p:nvSpPr>
          <p:cNvPr id="19" name="Shape 13"/>
          <p:cNvSpPr/>
          <p:nvPr/>
        </p:nvSpPr>
        <p:spPr>
          <a:xfrm>
            <a:off x="4335463" y="4053682"/>
            <a:ext cx="3520976" cy="2028528"/>
          </a:xfrm>
          <a:prstGeom prst="roundRect">
            <a:avLst>
              <a:gd name="adj" fmla="val 4508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413" y="4053682"/>
            <a:ext cx="76200" cy="20285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1723" y="4242793"/>
            <a:ext cx="224581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 Suggestions</a:t>
            </a:r>
            <a:endParaRPr lang="en-US" sz="1667" dirty="0"/>
          </a:p>
        </p:txBody>
      </p:sp>
      <p:sp>
        <p:nvSpPr>
          <p:cNvPr id="22" name="Text 15"/>
          <p:cNvSpPr/>
          <p:nvPr/>
        </p:nvSpPr>
        <p:spPr>
          <a:xfrm>
            <a:off x="4581724" y="4600278"/>
            <a:ext cx="3085604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333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and prioritized remediation recommendations aligned with identified vulnerabilities and threats, helping optimize risk mitigation and resource allocation.</a:t>
            </a:r>
            <a:endParaRPr lang="en-US" sz="1333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188</TotalTime>
  <Words>238</Words>
  <Application>Microsoft Office PowerPoint</Application>
  <PresentationFormat>Widescreen</PresentationFormat>
  <Paragraphs>22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Libre Baskerville</vt:lpstr>
      <vt:lpstr>Open Sans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Anakala</dc:creator>
  <cp:lastModifiedBy>Harshitha Anakala</cp:lastModifiedBy>
  <cp:revision>5</cp:revision>
  <dcterms:created xsi:type="dcterms:W3CDTF">2026-03-28T08:21:10Z</dcterms:created>
  <dcterms:modified xsi:type="dcterms:W3CDTF">2026-03-28T15:41:31Z</dcterms:modified>
</cp:coreProperties>
</file>